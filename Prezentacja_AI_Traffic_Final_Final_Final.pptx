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64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0118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Kontrola</a:t>
            </a:r>
            <a:r>
              <a:rPr dirty="0"/>
              <a:t> </a:t>
            </a:r>
            <a:r>
              <a:rPr dirty="0" err="1"/>
              <a:t>świateł</a:t>
            </a:r>
            <a:r>
              <a:rPr dirty="0"/>
              <a:t> </a:t>
            </a:r>
            <a:r>
              <a:rPr dirty="0" err="1"/>
              <a:t>drogowych</a:t>
            </a:r>
            <a:r>
              <a:rPr dirty="0"/>
              <a:t> z </a:t>
            </a:r>
            <a:r>
              <a:rPr dirty="0" err="1"/>
              <a:t>wykorzystaniem</a:t>
            </a:r>
            <a:r>
              <a:rPr dirty="0"/>
              <a:t> </a:t>
            </a:r>
            <a:r>
              <a:rPr dirty="0" err="1"/>
              <a:t>uczenia</a:t>
            </a:r>
            <a:r>
              <a:rPr dirty="0"/>
              <a:t> ze </a:t>
            </a:r>
            <a:r>
              <a:rPr dirty="0" err="1"/>
              <a:t>wzmocnieniem</a:t>
            </a:r>
            <a:r>
              <a:rPr dirty="0"/>
              <a:t> (RL)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27489"/>
            <a:ext cx="6400800" cy="17526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Projekt: </a:t>
            </a:r>
            <a:r>
              <a:rPr dirty="0" err="1"/>
              <a:t>Symulator</a:t>
            </a:r>
            <a:r>
              <a:rPr dirty="0"/>
              <a:t> </a:t>
            </a:r>
            <a:r>
              <a:rPr dirty="0" err="1"/>
              <a:t>ruchu</a:t>
            </a:r>
            <a:r>
              <a:rPr dirty="0"/>
              <a:t> + Deep Q-Network (DQN)</a:t>
            </a:r>
          </a:p>
          <a:p>
            <a:r>
              <a:rPr dirty="0" err="1"/>
              <a:t>Autorzy</a:t>
            </a:r>
            <a:r>
              <a:rPr dirty="0"/>
              <a:t>: Adam Wojas, Krystian </a:t>
            </a:r>
            <a:r>
              <a:rPr dirty="0" err="1"/>
              <a:t>Grzegorzewicz</a:t>
            </a:r>
            <a:endParaRPr dirty="0"/>
          </a:p>
          <a:p>
            <a:r>
              <a:rPr dirty="0" err="1"/>
              <a:t>Podstawy</a:t>
            </a:r>
            <a:r>
              <a:rPr dirty="0"/>
              <a:t> </a:t>
            </a:r>
            <a:r>
              <a:rPr dirty="0" err="1"/>
              <a:t>Sztucznej</a:t>
            </a:r>
            <a:r>
              <a:rPr dirty="0"/>
              <a:t> </a:t>
            </a:r>
            <a:r>
              <a:rPr dirty="0" err="1"/>
              <a:t>Inteligencji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Cel projektu i wymagania</a:t>
            </a:r>
          </a:p>
          <a:p>
            <a:r>
              <a:t>2. Dane i przygotowanie (RL)</a:t>
            </a:r>
          </a:p>
          <a:p>
            <a:r>
              <a:t>3. Model AI: DQN i architektura</a:t>
            </a:r>
          </a:p>
          <a:p>
            <a:r>
              <a:t>4. Ocena wyników i optymalizacja</a:t>
            </a:r>
          </a:p>
          <a:p>
            <a:r>
              <a:t>5. Wdrożenie: demo i benchmark</a:t>
            </a:r>
          </a:p>
          <a:p>
            <a:r>
              <a:t>6. Podsumowanie i wnioski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6506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 err="1"/>
              <a:t>Główny</a:t>
            </a:r>
            <a:r>
              <a:rPr dirty="0"/>
              <a:t> cel: </a:t>
            </a:r>
            <a:r>
              <a:rPr dirty="0" err="1"/>
              <a:t>Sterowanie</a:t>
            </a:r>
            <a:r>
              <a:rPr dirty="0"/>
              <a:t> </a:t>
            </a:r>
            <a:r>
              <a:rPr dirty="0" err="1"/>
              <a:t>sygnalizacją</a:t>
            </a:r>
            <a:r>
              <a:rPr dirty="0"/>
              <a:t> </a:t>
            </a:r>
            <a:r>
              <a:rPr dirty="0" err="1"/>
              <a:t>świetlną</a:t>
            </a:r>
            <a:r>
              <a:rPr dirty="0"/>
              <a:t> za </a:t>
            </a:r>
            <a:r>
              <a:rPr dirty="0" err="1"/>
              <a:t>pomocą</a:t>
            </a:r>
            <a:r>
              <a:rPr dirty="0"/>
              <a:t> Reinforcement Learning.</a:t>
            </a:r>
          </a:p>
          <a:p>
            <a:r>
              <a:rPr dirty="0" err="1"/>
              <a:t>Zadanie</a:t>
            </a:r>
            <a:r>
              <a:rPr dirty="0"/>
              <a:t> </a:t>
            </a:r>
            <a:r>
              <a:rPr dirty="0" err="1"/>
              <a:t>agenta</a:t>
            </a:r>
            <a:r>
              <a:rPr dirty="0"/>
              <a:t>: </a:t>
            </a:r>
            <a:r>
              <a:rPr dirty="0" err="1"/>
              <a:t>Optymalne</a:t>
            </a:r>
            <a:r>
              <a:rPr dirty="0"/>
              <a:t> </a:t>
            </a:r>
            <a:r>
              <a:rPr dirty="0" err="1"/>
              <a:t>przełączanie</a:t>
            </a:r>
            <a:r>
              <a:rPr dirty="0"/>
              <a:t> </a:t>
            </a:r>
            <a:r>
              <a:rPr dirty="0" err="1"/>
              <a:t>świateł</a:t>
            </a:r>
            <a:r>
              <a:rPr dirty="0"/>
              <a:t>.</a:t>
            </a:r>
          </a:p>
          <a:p>
            <a:r>
              <a:rPr dirty="0" err="1"/>
              <a:t>Metryki</a:t>
            </a:r>
            <a:r>
              <a:rPr dirty="0"/>
              <a:t> </a:t>
            </a:r>
            <a:r>
              <a:rPr dirty="0" err="1"/>
              <a:t>sukcesu</a:t>
            </a:r>
            <a:r>
              <a:rPr dirty="0"/>
              <a:t>: </a:t>
            </a:r>
            <a:r>
              <a:rPr dirty="0" err="1"/>
              <a:t>Maksymalizacja</a:t>
            </a:r>
            <a:r>
              <a:rPr dirty="0"/>
              <a:t> </a:t>
            </a:r>
            <a:r>
              <a:rPr dirty="0" err="1"/>
              <a:t>przepustowości</a:t>
            </a:r>
            <a:r>
              <a:rPr dirty="0"/>
              <a:t> (throughput)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minimalizacja</a:t>
            </a:r>
            <a:r>
              <a:rPr dirty="0"/>
              <a:t> </a:t>
            </a:r>
            <a:r>
              <a:rPr dirty="0" err="1"/>
              <a:t>czasu</a:t>
            </a:r>
            <a:r>
              <a:rPr dirty="0"/>
              <a:t> </a:t>
            </a:r>
            <a:r>
              <a:rPr dirty="0" err="1"/>
              <a:t>oczekiwania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Zakres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Symulator</a:t>
            </a:r>
            <a:r>
              <a:rPr dirty="0"/>
              <a:t> w </a:t>
            </a:r>
            <a:r>
              <a:rPr dirty="0" err="1"/>
              <a:t>Pygame</a:t>
            </a:r>
            <a:r>
              <a:rPr dirty="0"/>
              <a:t> (3 </a:t>
            </a:r>
            <a:r>
              <a:rPr dirty="0" err="1"/>
              <a:t>poziomy</a:t>
            </a:r>
            <a:r>
              <a:rPr dirty="0"/>
              <a:t> </a:t>
            </a:r>
            <a:r>
              <a:rPr lang="pl-PL" dirty="0"/>
              <a:t>"</a:t>
            </a:r>
            <a:r>
              <a:rPr dirty="0" err="1"/>
              <a:t>trudności</a:t>
            </a:r>
            <a:r>
              <a:rPr lang="pl-PL" dirty="0"/>
              <a:t>"</a:t>
            </a:r>
            <a:r>
              <a:rPr dirty="0"/>
              <a:t>).</a:t>
            </a:r>
          </a:p>
          <a:p>
            <a:r>
              <a:rPr dirty="0" err="1"/>
              <a:t>Implementacja</a:t>
            </a:r>
            <a:r>
              <a:rPr dirty="0"/>
              <a:t> DQN w </a:t>
            </a:r>
            <a:r>
              <a:rPr dirty="0" err="1"/>
              <a:t>PyTorch</a:t>
            </a:r>
            <a:r>
              <a:rPr dirty="0"/>
              <a:t>.</a:t>
            </a:r>
          </a:p>
          <a:p>
            <a:r>
              <a:rPr dirty="0"/>
              <a:t>System </a:t>
            </a:r>
            <a:r>
              <a:rPr dirty="0" err="1"/>
              <a:t>benchmarkowania</a:t>
            </a:r>
            <a:r>
              <a:rPr dirty="0"/>
              <a:t> (AI vs Random vs Fixed).</a:t>
            </a:r>
          </a:p>
          <a:p>
            <a:r>
              <a:rPr dirty="0" err="1"/>
              <a:t>Interaktywne</a:t>
            </a:r>
            <a:r>
              <a:rPr dirty="0"/>
              <a:t> demo </a:t>
            </a:r>
            <a:r>
              <a:rPr dirty="0" err="1"/>
              <a:t>czasu</a:t>
            </a:r>
            <a:r>
              <a:rPr dirty="0"/>
              <a:t> </a:t>
            </a:r>
            <a:r>
              <a:rPr dirty="0" err="1"/>
              <a:t>rzeczywistego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Wymagania funkcjonalne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Multi-level: 3 różne konfiguracje skrzyżowań.</a:t>
            </a:r>
          </a:p>
          <a:p>
            <a:r>
              <a:t>Kontrola sygnałów: Światła główne + strzałki skrętu.</a:t>
            </a:r>
          </a:p>
          <a:p>
            <a:r>
              <a:t>Wizualizacja: Podgląd działania agenta na żywo.</a:t>
            </a:r>
          </a:p>
          <a:p>
            <a:r>
              <a:t>Skalowalność: Suwaki do regulacji natężenia ruchu.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Architektura poziomów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Poziom 1: Pojedyncze skrzyżowanie (16 wejść stanu, 12 akcji).</a:t>
            </a:r>
          </a:p>
          <a:p>
            <a:r>
              <a:t>Poziom 2: Dwa skrzyżowania + segment łączący (30 wejść, 8 akcji).</a:t>
            </a:r>
          </a:p>
          <a:p>
            <a:r>
              <a:t>Poziom 3: Siatka 2x2 (56 wejść, 16 akcji).</a:t>
            </a:r>
          </a:p>
          <a:p>
            <a:r>
              <a:t>Unified Model: Jeden model dla wszystkich poziomów dzięki paddingowi.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RL </a:t>
            </a:r>
            <a:r>
              <a:rPr lang="pl-PL" dirty="0"/>
              <a:t>-</a:t>
            </a:r>
            <a:r>
              <a:rPr dirty="0"/>
              <a:t> Brak </a:t>
            </a:r>
            <a:r>
              <a:rPr dirty="0" err="1"/>
              <a:t>tradycyjnego</a:t>
            </a:r>
            <a:r>
              <a:rPr dirty="0"/>
              <a:t> </a:t>
            </a:r>
            <a:r>
              <a:rPr dirty="0" err="1"/>
              <a:t>datasetu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Dane generowane w czasie rzeczywistym podczas interakcji.</a:t>
            </a:r>
          </a:p>
          <a:p>
            <a:r>
              <a:t>Pętla: Stan -&gt; Akcja -&gt; Nagroda -&gt; Nowy Stan.</a:t>
            </a:r>
          </a:p>
          <a:p>
            <a:r>
              <a:t>Experience Replay: Bufor 100 000 przejść do nauki.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Wektor</a:t>
            </a:r>
            <a:r>
              <a:rPr dirty="0"/>
              <a:t> </a:t>
            </a:r>
            <a:r>
              <a:rPr dirty="0" err="1"/>
              <a:t>stanu</a:t>
            </a:r>
            <a:r>
              <a:rPr dirty="0"/>
              <a:t> (State Vector)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Queue pressures: </a:t>
            </a:r>
            <a:r>
              <a:rPr dirty="0" err="1"/>
              <a:t>liczba</a:t>
            </a:r>
            <a:r>
              <a:rPr dirty="0"/>
              <a:t> </a:t>
            </a:r>
            <a:r>
              <a:rPr dirty="0" err="1"/>
              <a:t>aut</a:t>
            </a:r>
            <a:r>
              <a:rPr dirty="0"/>
              <a:t> w </a:t>
            </a:r>
            <a:r>
              <a:rPr dirty="0" err="1"/>
              <a:t>pasach</a:t>
            </a:r>
            <a:r>
              <a:rPr dirty="0"/>
              <a:t> (</a:t>
            </a:r>
            <a:r>
              <a:rPr dirty="0" err="1"/>
              <a:t>znormalizowane</a:t>
            </a:r>
            <a:r>
              <a:rPr dirty="0"/>
              <a:t> 0-1).</a:t>
            </a:r>
            <a:endParaRPr lang="pl-PL" dirty="0"/>
          </a:p>
          <a:p>
            <a:pPr lvl="1"/>
            <a:r>
              <a:rPr lang="pl-PL" dirty="0"/>
              <a:t>Znormalizowana liniowo w zakresie 0-1 dla 0-20 aut</a:t>
            </a:r>
          </a:p>
          <a:p>
            <a:pPr lvl="1"/>
            <a:r>
              <a:rPr lang="pl-PL" dirty="0"/>
              <a:t>Powyżej 20 pojazdów wartość wynosi zawsze 1.0 – model nie czuje różnicy</a:t>
            </a:r>
          </a:p>
          <a:p>
            <a:pPr lvl="1"/>
            <a:r>
              <a:rPr lang="pl-PL" dirty="0"/>
              <a:t>Przy wysokim spawn rate agent traci ważne dane, co utrudnia dobór optymalnej akcji</a:t>
            </a:r>
            <a:endParaRPr dirty="0"/>
          </a:p>
          <a:p>
            <a:r>
              <a:rPr dirty="0"/>
              <a:t>Throughput: </a:t>
            </a:r>
            <a:r>
              <a:rPr dirty="0" err="1"/>
              <a:t>aktualna</a:t>
            </a:r>
            <a:r>
              <a:rPr dirty="0"/>
              <a:t> </a:t>
            </a:r>
            <a:r>
              <a:rPr dirty="0" err="1"/>
              <a:t>przepustowość</a:t>
            </a:r>
            <a:r>
              <a:rPr dirty="0"/>
              <a:t> </a:t>
            </a:r>
            <a:r>
              <a:rPr dirty="0" err="1"/>
              <a:t>kierunków</a:t>
            </a:r>
            <a:r>
              <a:rPr dirty="0"/>
              <a:t>.</a:t>
            </a:r>
          </a:p>
          <a:p>
            <a:r>
              <a:rPr dirty="0"/>
              <a:t>Signal status: stan </a:t>
            </a:r>
            <a:r>
              <a:rPr dirty="0" err="1"/>
              <a:t>świateł</a:t>
            </a:r>
            <a:r>
              <a:rPr dirty="0"/>
              <a:t> (</a:t>
            </a:r>
            <a:r>
              <a:rPr dirty="0" err="1"/>
              <a:t>czerwone</a:t>
            </a:r>
            <a:r>
              <a:rPr dirty="0"/>
              <a:t>/</a:t>
            </a:r>
            <a:r>
              <a:rPr dirty="0" err="1"/>
              <a:t>zielone</a:t>
            </a:r>
            <a:r>
              <a:rPr dirty="0"/>
              <a:t>).</a:t>
            </a:r>
          </a:p>
          <a:p>
            <a:r>
              <a:rPr dirty="0"/>
              <a:t>Turn arrows: stan </a:t>
            </a:r>
            <a:r>
              <a:rPr dirty="0" err="1"/>
              <a:t>strzałek</a:t>
            </a:r>
            <a:r>
              <a:rPr dirty="0"/>
              <a:t> </a:t>
            </a:r>
            <a:r>
              <a:rPr dirty="0" err="1"/>
              <a:t>skrętu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8A3F-4C43-E329-8C22-3C221E6D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sieci (Unified DQN)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E182-5105-689B-E614-A41E1E50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pl-PL" b="1" dirty="0"/>
              <a:t>Wejście</a:t>
            </a:r>
            <a:r>
              <a:rPr lang="pl-PL" dirty="0"/>
              <a:t>: 60 (padding(dopełnianie zerami) dla mniejszych poziomów).</a:t>
            </a:r>
            <a:endParaRPr lang="pl-PL" b="1" dirty="0"/>
          </a:p>
          <a:p>
            <a:r>
              <a:rPr lang="en-US" b="1" dirty="0"/>
              <a:t>Linear(256) -&gt; </a:t>
            </a:r>
            <a:r>
              <a:rPr lang="en-US" b="1" dirty="0" err="1"/>
              <a:t>ReLU</a:t>
            </a:r>
            <a:r>
              <a:rPr lang="en-US" b="1" dirty="0"/>
              <a:t> -&gt; </a:t>
            </a:r>
            <a:r>
              <a:rPr lang="en-US" b="1" dirty="0" err="1"/>
              <a:t>LayerNorm</a:t>
            </a:r>
            <a:r>
              <a:rPr lang="en-US" b="1" dirty="0"/>
              <a:t> -&gt; Dropout</a:t>
            </a:r>
          </a:p>
          <a:p>
            <a:r>
              <a:rPr lang="pl-PL" b="1" dirty="0"/>
              <a:t>LayerNorm (Normalizacja warstw):</a:t>
            </a:r>
            <a:r>
              <a:rPr lang="pl-PL" dirty="0"/>
              <a:t> Zapewnia stabilność treningu, zapobiegając zbyt gwałtownym zmianom wag w sieci.</a:t>
            </a:r>
          </a:p>
          <a:p>
            <a:r>
              <a:rPr lang="pl-PL" b="1" dirty="0"/>
              <a:t>Dropout (0.1):</a:t>
            </a:r>
            <a:r>
              <a:rPr lang="pl-PL" dirty="0"/>
              <a:t> Losowo „wyłącza” 10% neuronów podczas nauki. Dzięki temu sieć nie uczy się na pamięć konkretnych sytuacji (overfitting), ale stara się zrozumieć ogólne zasady ruchu drogowego.</a:t>
            </a:r>
            <a:endParaRPr lang="pl-PL" b="1" dirty="0"/>
          </a:p>
          <a:p>
            <a:r>
              <a:rPr lang="pl-PL" b="1" dirty="0"/>
              <a:t>Warstwa wyjściowa (128 → 16):</a:t>
            </a:r>
            <a:r>
              <a:rPr lang="pl-PL" dirty="0"/>
              <a:t> Na końcu sieć generuje 16 wartości Q, które odpowiadają przewidywanej nagrodzie dla każdej z możliwych akcji (konfiguracji świateł).</a:t>
            </a:r>
          </a:p>
          <a:p>
            <a:r>
              <a:rPr lang="pl-PL" b="1" dirty="0"/>
              <a:t>Unified Model:</a:t>
            </a:r>
            <a:r>
              <a:rPr lang="pl-PL" dirty="0"/>
              <a:t> Pozwala agentowi przenosić wiedzę między poziomami. Przykładowo, zasada „zielone światło rozładowuje kolejkę” jest taka sama na poziomie 1, jak i na poziomie 3.</a:t>
            </a:r>
          </a:p>
        </p:txBody>
      </p:sp>
    </p:spTree>
    <p:extLst>
      <p:ext uri="{BB962C8B-B14F-4D97-AF65-F5344CB8AC3E}">
        <p14:creationId xmlns:p14="http://schemas.microsoft.com/office/powerpoint/2010/main" val="391225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Funkcja</a:t>
            </a:r>
            <a:r>
              <a:rPr dirty="0"/>
              <a:t> </a:t>
            </a:r>
            <a:r>
              <a:rPr dirty="0" err="1"/>
              <a:t>nagrody</a:t>
            </a:r>
            <a:r>
              <a:rPr dirty="0"/>
              <a:t> </a:t>
            </a:r>
            <a:r>
              <a:rPr lang="pl-PL" dirty="0"/>
              <a:t>-</a:t>
            </a:r>
            <a:r>
              <a:rPr dirty="0"/>
              <a:t> </a:t>
            </a:r>
            <a:r>
              <a:rPr dirty="0" err="1"/>
              <a:t>Iteracja</a:t>
            </a:r>
            <a:r>
              <a:rPr dirty="0"/>
              <a:t> 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Skupienie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celu</a:t>
            </a:r>
            <a:r>
              <a:rPr dirty="0"/>
              <a:t> </a:t>
            </a:r>
            <a:r>
              <a:rPr dirty="0" err="1"/>
              <a:t>głównym</a:t>
            </a:r>
            <a:r>
              <a:rPr dirty="0"/>
              <a:t>:</a:t>
            </a:r>
            <a:br>
              <a:rPr lang="pl-PL" dirty="0"/>
            </a:br>
            <a:r>
              <a:rPr dirty="0"/>
              <a:t>reward = </a:t>
            </a:r>
            <a:r>
              <a:rPr dirty="0" err="1"/>
              <a:t>throughput_delta</a:t>
            </a:r>
            <a:r>
              <a:rPr dirty="0"/>
              <a:t> * 10.0.</a:t>
            </a:r>
          </a:p>
          <a:p>
            <a:r>
              <a:rPr dirty="0"/>
              <a:t>Bonus za </a:t>
            </a:r>
            <a:r>
              <a:rPr dirty="0" err="1"/>
              <a:t>jakikolwiek</a:t>
            </a:r>
            <a:r>
              <a:rPr dirty="0"/>
              <a:t> </a:t>
            </a:r>
            <a:r>
              <a:rPr dirty="0" err="1"/>
              <a:t>ruch</a:t>
            </a:r>
            <a:r>
              <a:rPr dirty="0"/>
              <a:t>: +1.0 </a:t>
            </a:r>
            <a:r>
              <a:rPr dirty="0" err="1"/>
              <a:t>jeśli</a:t>
            </a:r>
            <a:r>
              <a:rPr dirty="0"/>
              <a:t> </a:t>
            </a:r>
            <a:r>
              <a:rPr dirty="0" err="1"/>
              <a:t>ktokolwiek</a:t>
            </a:r>
            <a:r>
              <a:rPr dirty="0"/>
              <a:t> </a:t>
            </a:r>
            <a:r>
              <a:rPr dirty="0" err="1"/>
              <a:t>przejechał</a:t>
            </a:r>
            <a:r>
              <a:rPr dirty="0"/>
              <a:t>.</a:t>
            </a:r>
          </a:p>
          <a:p>
            <a:r>
              <a:rPr dirty="0" err="1"/>
              <a:t>Ewolucja</a:t>
            </a:r>
            <a:r>
              <a:rPr dirty="0"/>
              <a:t>: </a:t>
            </a:r>
            <a:r>
              <a:rPr dirty="0" err="1"/>
              <a:t>Porzucenie</a:t>
            </a:r>
            <a:r>
              <a:rPr dirty="0"/>
              <a:t> </a:t>
            </a:r>
            <a:r>
              <a:rPr dirty="0" err="1"/>
              <a:t>złożonych</a:t>
            </a:r>
            <a:r>
              <a:rPr dirty="0"/>
              <a:t> </a:t>
            </a:r>
            <a:r>
              <a:rPr dirty="0" err="1"/>
              <a:t>kar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rzecz</a:t>
            </a:r>
            <a:r>
              <a:rPr dirty="0"/>
              <a:t> </a:t>
            </a:r>
            <a:r>
              <a:rPr dirty="0" err="1"/>
              <a:t>prostoty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Wyniki: Przewaga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Poziom 2 (niski ruch): +116.7% vs Fixed.</a:t>
            </a:r>
          </a:p>
          <a:p>
            <a:r>
              <a:t>Poziom 3 (niski ruch): +196.3% vs Fixed.</a:t>
            </a:r>
          </a:p>
          <a:p>
            <a:r>
              <a:t>Wniosek: AI najlepiej optymalizuje złożone układy przy małym chaosie.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Wyniki: Wyzwania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Poziom 1: Straty rzędu 56-75% (Paradoks L1).</a:t>
            </a:r>
          </a:p>
          <a:p>
            <a:r>
              <a:t>Ciężki ruch: Trudność w pobiciu cyklicznego 'Fixed'.</a:t>
            </a:r>
          </a:p>
          <a:p>
            <a:r>
              <a:t>Baseline 'Random/Fixed' jest zaskakująco mocny w prostych scenariuszach.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Wnioski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R</a:t>
            </a:r>
            <a:r>
              <a:rPr lang="pl-PL" dirty="0"/>
              <a:t>einforced </a:t>
            </a:r>
            <a:r>
              <a:rPr dirty="0"/>
              <a:t>L</a:t>
            </a:r>
            <a:r>
              <a:rPr lang="pl-PL" dirty="0"/>
              <a:t>earning</a:t>
            </a:r>
            <a:r>
              <a:rPr dirty="0"/>
              <a:t> ma </a:t>
            </a:r>
            <a:r>
              <a:rPr dirty="0" err="1"/>
              <a:t>potencjał</a:t>
            </a:r>
            <a:r>
              <a:rPr dirty="0"/>
              <a:t>, ale </a:t>
            </a:r>
            <a:r>
              <a:rPr dirty="0" err="1"/>
              <a:t>wymaga</a:t>
            </a:r>
            <a:r>
              <a:rPr dirty="0"/>
              <a:t> '</a:t>
            </a:r>
            <a:r>
              <a:rPr dirty="0" err="1"/>
              <a:t>czasu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myślenie</a:t>
            </a:r>
            <a:r>
              <a:rPr dirty="0"/>
              <a:t>' (</a:t>
            </a:r>
            <a:r>
              <a:rPr dirty="0" err="1"/>
              <a:t>lekkie</a:t>
            </a:r>
            <a:r>
              <a:rPr dirty="0"/>
              <a:t> </a:t>
            </a:r>
            <a:r>
              <a:rPr dirty="0" err="1"/>
              <a:t>natężenie</a:t>
            </a:r>
            <a:r>
              <a:rPr dirty="0"/>
              <a:t>).</a:t>
            </a:r>
          </a:p>
          <a:p>
            <a:r>
              <a:rPr dirty="0" err="1"/>
              <a:t>Uproszczenie</a:t>
            </a:r>
            <a:r>
              <a:rPr dirty="0"/>
              <a:t> </a:t>
            </a:r>
            <a:r>
              <a:rPr dirty="0" err="1"/>
              <a:t>przestrzeni</a:t>
            </a:r>
            <a:r>
              <a:rPr dirty="0"/>
              <a:t> </a:t>
            </a:r>
            <a:r>
              <a:rPr dirty="0" err="1"/>
              <a:t>akcji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nagrody</a:t>
            </a:r>
            <a:r>
              <a:rPr dirty="0"/>
              <a:t> to </a:t>
            </a:r>
            <a:r>
              <a:rPr dirty="0" err="1"/>
              <a:t>klucz</a:t>
            </a:r>
            <a:r>
              <a:rPr dirty="0"/>
              <a:t> do </a:t>
            </a:r>
            <a:r>
              <a:rPr dirty="0" err="1"/>
              <a:t>stabilności</a:t>
            </a:r>
            <a:r>
              <a:rPr dirty="0"/>
              <a:t>.</a:t>
            </a:r>
          </a:p>
          <a:p>
            <a:r>
              <a:rPr dirty="0" err="1"/>
              <a:t>Złożoność</a:t>
            </a:r>
            <a:r>
              <a:rPr dirty="0"/>
              <a:t> </a:t>
            </a:r>
            <a:r>
              <a:rPr dirty="0" err="1"/>
              <a:t>problemu</a:t>
            </a:r>
            <a:r>
              <a:rPr dirty="0"/>
              <a:t> </a:t>
            </a:r>
            <a:r>
              <a:rPr dirty="0" err="1"/>
              <a:t>rośnie</a:t>
            </a:r>
            <a:r>
              <a:rPr dirty="0"/>
              <a:t> </a:t>
            </a:r>
            <a:r>
              <a:rPr dirty="0" err="1"/>
              <a:t>nieliniowo</a:t>
            </a:r>
            <a:r>
              <a:rPr dirty="0"/>
              <a:t> </a:t>
            </a:r>
            <a:r>
              <a:rPr dirty="0" err="1"/>
              <a:t>wraz</a:t>
            </a:r>
            <a:r>
              <a:rPr dirty="0"/>
              <a:t> z </a:t>
            </a:r>
            <a:r>
              <a:rPr dirty="0" err="1"/>
              <a:t>liczbą</a:t>
            </a:r>
            <a:r>
              <a:rPr dirty="0"/>
              <a:t> </a:t>
            </a:r>
            <a:r>
              <a:rPr dirty="0" err="1"/>
              <a:t>skrzyżowań</a:t>
            </a:r>
            <a:r>
              <a:rPr dirty="0"/>
              <a:t>.</a:t>
            </a:r>
          </a:p>
          <a:p>
            <a:r>
              <a:rPr dirty="0"/>
              <a:t>AI </a:t>
            </a:r>
            <a:r>
              <a:rPr dirty="0" err="1"/>
              <a:t>wykazuje</a:t>
            </a:r>
            <a:r>
              <a:rPr dirty="0"/>
              <a:t> </a:t>
            </a:r>
            <a:r>
              <a:rPr dirty="0" err="1"/>
              <a:t>potencjał</a:t>
            </a:r>
            <a:r>
              <a:rPr dirty="0"/>
              <a:t> w </a:t>
            </a:r>
            <a:r>
              <a:rPr dirty="0" err="1"/>
              <a:t>sterowaniu</a:t>
            </a:r>
            <a:r>
              <a:rPr dirty="0"/>
              <a:t> </a:t>
            </a:r>
            <a:r>
              <a:rPr dirty="0" err="1"/>
              <a:t>adaptacyjnym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Dziękujemy za uwagę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Adam Wojas</a:t>
            </a:r>
          </a:p>
          <a:p>
            <a:r>
              <a:rPr dirty="0"/>
              <a:t>Krystian </a:t>
            </a:r>
            <a:r>
              <a:rPr dirty="0" err="1"/>
              <a:t>Grzegorzewic</a:t>
            </a:r>
            <a:r>
              <a:rPr lang="pl-PL" dirty="0"/>
              <a:t>z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638</Words>
  <Application>Microsoft Office PowerPoint</Application>
  <PresentationFormat>On-screen Show (4:3)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Kontrola świateł drogowych z wykorzystaniem uczenia ze wzmocnieniem (RL)</vt:lpstr>
      <vt:lpstr>Agenda</vt:lpstr>
      <vt:lpstr>Cel projektu</vt:lpstr>
      <vt:lpstr>Zakres projektu</vt:lpstr>
      <vt:lpstr>Wymagania funkcjonalne</vt:lpstr>
      <vt:lpstr>Architektura poziomów</vt:lpstr>
      <vt:lpstr>RL - Brak tradycyjnego datasetu</vt:lpstr>
      <vt:lpstr>Wektor stanu (State Vector)</vt:lpstr>
      <vt:lpstr>Architektura sieci (Unified DQN)</vt:lpstr>
      <vt:lpstr>Funkcja nagrody - Iteracja v3</vt:lpstr>
      <vt:lpstr>Wyniki: Przewaga AI</vt:lpstr>
      <vt:lpstr>Wyniki: Wyzwania</vt:lpstr>
      <vt:lpstr>Wnioski</vt:lpstr>
      <vt:lpstr>Dziękujemy za uwagę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Wojas</cp:lastModifiedBy>
  <cp:revision>2</cp:revision>
  <dcterms:created xsi:type="dcterms:W3CDTF">2013-01-27T09:14:16Z</dcterms:created>
  <dcterms:modified xsi:type="dcterms:W3CDTF">2026-01-30T18:17:54Z</dcterms:modified>
  <cp:category/>
</cp:coreProperties>
</file>